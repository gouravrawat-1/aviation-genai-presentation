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M Sans"/>
      <p:regular r:id="rId201314"/>
    </p:embeddedFont>
    <p:embeddedFont>
      <p:font typeface="DM Sans Bold"/>
      <p:regular r:id="rId201315"/>
    </p:embeddedFont>
    <p:embeddedFont>
      <p:font typeface="PT Serif Bold"/>
      <p:regular r:id="rId201316"/>
    </p:embeddedFont>
    <p:embeddedFont>
      <p:font typeface="PT Serif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54523"/>
            <a:ext cx="6296860" cy="18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Improving Passenger Experience at Airports Using Generative AI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4198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GenAI can support passenger-service activities while acknowledging limits and the need for human review.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321296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 Statement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61475" y="2224980"/>
            <a:ext cx="3053877" cy="2018804"/>
          </a:xfrm>
          <a:prstGeom prst="roundRect">
            <a:avLst>
              <a:gd name="adj" fmla="val 1404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850482" y="2413992"/>
            <a:ext cx="267586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Repetitive Queries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50482" y="2837458"/>
            <a:ext cx="2675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volumes of routine passenger questions overwhelm service teams.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224980"/>
            <a:ext cx="3053976" cy="2018804"/>
          </a:xfrm>
          <a:prstGeom prst="roundRect">
            <a:avLst>
              <a:gd name="adj" fmla="val 1404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4093366" y="2413992"/>
            <a:ext cx="2675962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IRROPS Communication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093366" y="3147516"/>
            <a:ext cx="26759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Delays and irregular operations create delayed, inconsistent messaging.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432796"/>
            <a:ext cx="6296860" cy="1103908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4621808"/>
            <a:ext cx="59188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Multilingual Feedback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50482" y="5045273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 translation and policy interpretation create bottlenecks.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111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Target Audience &amp; Objective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27424"/>
            <a:ext cx="4070744" cy="2306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2843014"/>
            <a:ext cx="6336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Audience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5199726" y="3342084"/>
            <a:ext cx="6946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Airport management team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199726" y="3833515"/>
            <a:ext cx="6336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Objective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5199726" y="4332585"/>
            <a:ext cx="6336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 how Generative AI can support passenger services while identifying risks and governance needs.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0707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GenAI Use Cases for Passenger Services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05311"/>
            <a:ext cx="736582" cy="45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4290" y="2805311"/>
            <a:ext cx="1567121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Drafting Messages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634290" y="3538835"/>
            <a:ext cx="156712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clear, standardized drafts for delay and disruption notices.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805311"/>
            <a:ext cx="736582" cy="45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0461" y="2805311"/>
            <a:ext cx="1567220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Multilingual Support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4410461" y="3538835"/>
            <a:ext cx="1567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Translate messages and passenger feedback at scale.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805311"/>
            <a:ext cx="736582" cy="4552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6730" y="2805311"/>
            <a:ext cx="1567220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Summaries &amp; Triage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7186730" y="3538835"/>
            <a:ext cx="1567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Condense feedback into operationally useful summaries for staff.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805311"/>
            <a:ext cx="736582" cy="4552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63000" y="2805311"/>
            <a:ext cx="1567220" cy="620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Self-Service Assistance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9963000" y="3538835"/>
            <a:ext cx="1567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First-line chat responders for routine queries, freeing agents for complex cases.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073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Mechanism-First Workflow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611" y="928588"/>
            <a:ext cx="9890473" cy="5238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97711" y="4672711"/>
            <a:ext cx="2567683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Ingestion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346085" y="5080629"/>
            <a:ext cx="2619309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 flight status and policy inputs.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441283" y="1648135"/>
            <a:ext cx="2567683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Draft Generation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89657" y="2056054"/>
            <a:ext cx="2619308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GenAI composes a message draft.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58647" y="1648135"/>
            <a:ext cx="2567683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Human Review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258647" y="2056054"/>
            <a:ext cx="2619309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and compliance approval gate.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82470" y="4672880"/>
            <a:ext cx="2567683" cy="320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Dispatch &amp; Monitor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182470" y="5080799"/>
            <a:ext cx="2619308" cy="366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 messages and track responses.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56682" y="6220420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emphasizes human approval gates and verified data inputs before dispatch.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Flight-Delay Communication Example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24980"/>
            <a:ext cx="6983932" cy="30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46271" y="4475079"/>
            <a:ext cx="1224188" cy="19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 Delay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846271" y="4727532"/>
            <a:ext cx="1224188" cy="227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verified API flight data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283415" y="4314484"/>
            <a:ext cx="1224189" cy="19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Review &amp; Send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283415" y="4566938"/>
            <a:ext cx="1224189" cy="340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Human agent confirms then dispatches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574932" y="2546471"/>
            <a:ext cx="1224188" cy="19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Draft Message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574932" y="2798925"/>
            <a:ext cx="1224188" cy="340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 clear, consistent passenger notice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82336" y="947936"/>
            <a:ext cx="3654135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Notes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82336" y="1150144"/>
            <a:ext cx="3654135" cy="486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only verified flight data (API-bound) — do not rely on unverified sources.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Drafts are preparatory: human agent must confirm timelines and safety info.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 any specific operational metrics unless verified — mark with [VERIFY] when needed.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336" y="1689795"/>
            <a:ext cx="3654135" cy="48722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66217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Expected Benefits (Responsible Framing)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5233360" y="2690118"/>
            <a:ext cx="3053877" cy="1708745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5422367" y="2879130"/>
            <a:ext cx="267586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Faster Drafts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422367" y="3302595"/>
            <a:ext cx="2675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Accelerates preparation of initial messages and summaries.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690118"/>
            <a:ext cx="3053976" cy="1708745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665251" y="2879130"/>
            <a:ext cx="267596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Consistency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665251" y="3302595"/>
            <a:ext cx="26759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Standardized structure and tone across passenger communications.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587875"/>
            <a:ext cx="6296860" cy="1103908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5422367" y="4776887"/>
            <a:ext cx="59188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Multilingual Reach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422367" y="5200352"/>
            <a:ext cx="59188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 for multiple languages to reduce manual translation load.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32730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Risks &amp; Limitations</a:t>
            </a:r>
            <a:endParaRPr lang="en-US" sz="3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636415"/>
            <a:ext cx="3053877" cy="23010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2392363"/>
            <a:ext cx="26250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Hallucinations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875881" y="2815828"/>
            <a:ext cx="26250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GenAI can produce incorrect or fabricated facts; human verification required.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4359" y="1636415"/>
            <a:ext cx="3053976" cy="230108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8765" y="2392363"/>
            <a:ext cx="262516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Privacy &amp; Compliance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4118765" y="2815828"/>
            <a:ext cx="2625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Passenger data handling must meet GDPR and local data protection standards.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126508"/>
            <a:ext cx="6296860" cy="19986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75881" y="4882455"/>
            <a:ext cx="586804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Bias &amp; Accuracy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875881" y="5305921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Language and cultural bias risks; monitor outputs for fairness and clarity.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324"/>
            <a:ext cx="10868745" cy="1143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Human Governance &amp; Implementation Recommendations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3277691"/>
            <a:ext cx="5221851" cy="1775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Pilot low-risk cases first (e.g., FAQs, basic drafts).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mandatory human approval gates for operational messages.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Bind systems to verified flight/APIs and audited data sources.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Document review logs and maintain an approval audit trail.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4719" y="2095302"/>
            <a:ext cx="5221851" cy="29591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14719" y="5235079"/>
            <a:ext cx="5221851" cy="911820"/>
          </a:xfrm>
          <a:prstGeom prst="roundRect">
            <a:avLst>
              <a:gd name="adj" fmla="val 2867"/>
            </a:avLst>
          </a:prstGeom>
          <a:solidFill>
            <a:srgbClr val="FFDEC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942" y="5477272"/>
            <a:ext cx="217780" cy="1742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80946" y="5423198"/>
            <a:ext cx="4481400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 claims of guaranteed accuracy or guaranteed headcount reductions.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5030"/>
            <a:ext cx="6296860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Summary, Audit Flags &amp; Next Steps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994892"/>
            <a:ext cx="720608" cy="1321594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1553727" y="2174974"/>
            <a:ext cx="5404608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Summary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553727" y="2573437"/>
            <a:ext cx="54046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GenAI can accelerate drafts, improve consistency, and scale multilingual support — with required human oversight.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475" y="3488134"/>
            <a:ext cx="720608" cy="1321594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553727" y="3668216"/>
            <a:ext cx="5404608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Audit Flags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553727" y="4066679"/>
            <a:ext cx="54046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 unverified metrics [VERIFY], ensure data-source compliance, remove branded imagery that lacks permission.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1475" y="4981377"/>
            <a:ext cx="720608" cy="1321594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553727" y="5161459"/>
            <a:ext cx="5404608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Next Steps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553727" y="5559921"/>
            <a:ext cx="540460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an approved pilot, define approval gates, and compile verified reference list for final deck.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2026-09-22T05:34:31Z</dcterms:created>
  <dcterms:modified xsi:type="dcterms:W3CDTF">2026-09-22T05:34:31Z</dcterms:modified>
</cp:coreProperties>
</file>